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78E75-7E0A-40BC-BB5E-4A8334E48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428B3D-DE03-49F2-99C1-E328E5636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6DDACD-2668-4DFD-AD51-F1CA66C5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291E4-21E9-4CE8-BFAC-95AE1BAF4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F4B65-3092-428F-A7EC-6DE257CC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36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90BD9-E4F9-4A16-9091-451A6961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76AD32-89C2-4E7E-8993-1DF6639A8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494EB1-2C78-4B70-AC98-4A471A01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65AA74-5FC3-4330-BFCB-23B3E52BA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B11F34-3BFD-4B54-A8A5-5D9540C2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06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12085-C3A5-4B31-91B6-C3B4CE09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D8C313-77FD-4AF0-853A-128154BFE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367C4-20BF-41DA-831A-494D5F03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DF4FDD-56AB-4081-89D8-F1561CA7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E8CBD9-2D2D-402C-B820-AE983914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67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059EA-6F8D-4E42-A58A-D44BFB15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D2AF65-6514-4B96-84FD-841E422B6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D63CD0-2D72-4D4A-AD7B-6DB5D87DB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677218-687E-42C7-878A-923817428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37E095-2A59-4B3F-924E-7BB4B5B4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7A9ECE-4733-4F1D-B23C-9D2FA9F0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4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061B2-1714-49B2-8EE7-305B4473C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9F6DF0-AFB5-4CC8-8131-6DEDCA526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3A6354-7652-474F-8D8C-4039E3178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FB2164-FC7C-4BE8-95AE-327808739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02EB39-F91A-4BEA-BAF2-419C66F38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BC040D-3FA2-4375-9D62-08D853FF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E815E-63A1-486B-9B1A-B2F7892D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A33A67-2177-463D-8D61-5B8DBD64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3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B169F-7049-4C52-AF3B-E5AD7C2D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185F56-6A93-4764-9D1A-02D40583A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6B96D0-1BA4-4C05-A76D-370F51EA1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7CD6DA-65B6-4179-A31B-B659678A5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276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EC7092-0FEA-42FF-B25D-006245247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78DC66-7B94-4048-8A65-2A0A18F5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E2C435-AD4B-400A-8EA3-85228522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751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00770-5535-466D-95F9-EEFF4FBF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AF405-B981-4D9F-A082-685324697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3BF3E-2E87-48D3-AE4F-53E108CD6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5EEDDB-CDD5-4546-A4CE-4DFB079B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467BF3-2877-47F9-B9AD-844640E2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70A424-0C6E-48CE-A591-9183C475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82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A4EC7-80F0-4C65-8D5E-FEC6E4D5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E3F427-5674-4983-86C6-41716E497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04E7F1-5C79-4AFD-96C7-090488A26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924254-6A04-48DB-A54E-53656E32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808366-9337-476E-B2EB-76D7786C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09133F-A56F-4228-9BBE-127C7940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87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C4FFB-5F56-424A-9BC0-6A375AB3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2276F2-D457-4028-B265-BEA7CDE1C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59817B-94FD-47BE-A236-80C6B4A8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6B97E-E3E2-42F2-AE83-37678090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1AB068-2077-4503-B359-5B3B97FE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690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8C9312-E763-4E65-9347-700D1B1EF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19B632-E650-41DB-8FF2-674757E2B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349731-1D9E-4D44-8B23-4D87E7CF0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124C60-4EF5-4DF9-A02F-132E583C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4F65D5-5B9C-4620-BA07-C23E6BBB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1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61E38A-DAB4-4479-A35C-5D4D2581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391314-B2D6-4738-9141-F40C4E046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7CE98C-9FAA-4628-BCA6-C8A023728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EA0B5-54B0-4C6C-A96F-B0281B098CD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44A1C-E69E-45D2-9051-0390BA158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8A7AA1-5BB7-478E-A28E-A5CBF2694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1ED85-E671-4117-8189-8D4F4B3E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968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EA334-841F-4803-B785-353C7F385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앙기모띠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ACEA42-C5B5-4DFC-B1DF-D1BD80DA6E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1234 1234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020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앙기모띠.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앙기모띠.</dc:title>
  <dc:creator>KOREAIT</dc:creator>
  <cp:lastModifiedBy>KOREAIT</cp:lastModifiedBy>
  <cp:revision>1</cp:revision>
  <dcterms:created xsi:type="dcterms:W3CDTF">2026-08-26T03:28:01Z</dcterms:created>
  <dcterms:modified xsi:type="dcterms:W3CDTF">2026-08-26T03:28:19Z</dcterms:modified>
</cp:coreProperties>
</file>